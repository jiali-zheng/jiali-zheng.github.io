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11844338" cy="1096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68" y="19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0542" y="179526"/>
            <a:ext cx="8883254" cy="381906"/>
          </a:xfrm>
        </p:spPr>
        <p:txBody>
          <a:bodyPr anchor="b"/>
          <a:lstStyle>
            <a:lvl1pPr algn="ctr">
              <a:defRPr sz="9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0542" y="576160"/>
            <a:ext cx="8883254" cy="264845"/>
          </a:xfrm>
        </p:spPr>
        <p:txBody>
          <a:bodyPr/>
          <a:lstStyle>
            <a:lvl1pPr marL="0" indent="0" algn="ctr">
              <a:buNone/>
              <a:defRPr sz="384"/>
            </a:lvl1pPr>
            <a:lvl2pPr marL="73152" indent="0" algn="ctr">
              <a:buNone/>
              <a:defRPr sz="320"/>
            </a:lvl2pPr>
            <a:lvl3pPr marL="146304" indent="0" algn="ctr">
              <a:buNone/>
              <a:defRPr sz="288"/>
            </a:lvl3pPr>
            <a:lvl4pPr marL="219456" indent="0" algn="ctr">
              <a:buNone/>
              <a:defRPr sz="256"/>
            </a:lvl4pPr>
            <a:lvl5pPr marL="292608" indent="0" algn="ctr">
              <a:buNone/>
              <a:defRPr sz="256"/>
            </a:lvl5pPr>
            <a:lvl6pPr marL="365760" indent="0" algn="ctr">
              <a:buNone/>
              <a:defRPr sz="256"/>
            </a:lvl6pPr>
            <a:lvl7pPr marL="438912" indent="0" algn="ctr">
              <a:buNone/>
              <a:defRPr sz="256"/>
            </a:lvl7pPr>
            <a:lvl8pPr marL="512064" indent="0" algn="ctr">
              <a:buNone/>
              <a:defRPr sz="256"/>
            </a:lvl8pPr>
            <a:lvl9pPr marL="585216" indent="0" algn="ctr">
              <a:buNone/>
              <a:defRPr sz="25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E51F-8212-49ED-937D-AF5DC4FDC8B4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544C-1E9D-438F-BA13-6E3849E4E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313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E51F-8212-49ED-937D-AF5DC4FDC8B4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544C-1E9D-438F-BA13-6E3849E4E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54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129" y="273479"/>
            <a:ext cx="10215742" cy="456306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8129" y="734102"/>
            <a:ext cx="10215742" cy="239961"/>
          </a:xfrm>
        </p:spPr>
        <p:txBody>
          <a:bodyPr/>
          <a:lstStyle>
            <a:lvl1pPr marL="0" indent="0">
              <a:buNone/>
              <a:defRPr sz="384">
                <a:solidFill>
                  <a:schemeClr val="tx1">
                    <a:tint val="75000"/>
                  </a:schemeClr>
                </a:solidFill>
              </a:defRPr>
            </a:lvl1pPr>
            <a:lvl2pPr marL="73152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2pPr>
            <a:lvl3pPr marL="146304" indent="0">
              <a:buNone/>
              <a:defRPr sz="288">
                <a:solidFill>
                  <a:schemeClr val="tx1">
                    <a:tint val="75000"/>
                  </a:schemeClr>
                </a:solidFill>
              </a:defRPr>
            </a:lvl3pPr>
            <a:lvl4pPr marL="219456" indent="0">
              <a:buNone/>
              <a:defRPr sz="256">
                <a:solidFill>
                  <a:schemeClr val="tx1">
                    <a:tint val="75000"/>
                  </a:schemeClr>
                </a:solidFill>
              </a:defRPr>
            </a:lvl4pPr>
            <a:lvl5pPr marL="292608" indent="0">
              <a:buNone/>
              <a:defRPr sz="256">
                <a:solidFill>
                  <a:schemeClr val="tx1">
                    <a:tint val="75000"/>
                  </a:schemeClr>
                </a:solidFill>
              </a:defRPr>
            </a:lvl5pPr>
            <a:lvl6pPr marL="365760" indent="0">
              <a:buNone/>
              <a:defRPr sz="256">
                <a:solidFill>
                  <a:schemeClr val="tx1">
                    <a:tint val="75000"/>
                  </a:schemeClr>
                </a:solidFill>
              </a:defRPr>
            </a:lvl6pPr>
            <a:lvl7pPr marL="438912" indent="0">
              <a:buNone/>
              <a:defRPr sz="256">
                <a:solidFill>
                  <a:schemeClr val="tx1">
                    <a:tint val="75000"/>
                  </a:schemeClr>
                </a:solidFill>
              </a:defRPr>
            </a:lvl7pPr>
            <a:lvl8pPr marL="512064" indent="0">
              <a:buNone/>
              <a:defRPr sz="256">
                <a:solidFill>
                  <a:schemeClr val="tx1">
                    <a:tint val="75000"/>
                  </a:schemeClr>
                </a:solidFill>
              </a:defRPr>
            </a:lvl8pPr>
            <a:lvl9pPr marL="585216" indent="0">
              <a:buNone/>
              <a:defRPr sz="2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E51F-8212-49ED-937D-AF5DC4FDC8B4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544C-1E9D-438F-BA13-6E3849E4E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650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298" y="292016"/>
            <a:ext cx="5033844" cy="6960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96196" y="292016"/>
            <a:ext cx="5033844" cy="6960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E51F-8212-49ED-937D-AF5DC4FDC8B4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544C-1E9D-438F-BA13-6E3849E4E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46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841" y="58403"/>
            <a:ext cx="10215742" cy="21202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5841" y="268908"/>
            <a:ext cx="5010710" cy="131788"/>
          </a:xfrm>
        </p:spPr>
        <p:txBody>
          <a:bodyPr anchor="b"/>
          <a:lstStyle>
            <a:lvl1pPr marL="0" indent="0">
              <a:buNone/>
              <a:defRPr sz="384" b="1"/>
            </a:lvl1pPr>
            <a:lvl2pPr marL="73152" indent="0">
              <a:buNone/>
              <a:defRPr sz="320" b="1"/>
            </a:lvl2pPr>
            <a:lvl3pPr marL="146304" indent="0">
              <a:buNone/>
              <a:defRPr sz="288" b="1"/>
            </a:lvl3pPr>
            <a:lvl4pPr marL="219456" indent="0">
              <a:buNone/>
              <a:defRPr sz="256" b="1"/>
            </a:lvl4pPr>
            <a:lvl5pPr marL="292608" indent="0">
              <a:buNone/>
              <a:defRPr sz="256" b="1"/>
            </a:lvl5pPr>
            <a:lvl6pPr marL="365760" indent="0">
              <a:buNone/>
              <a:defRPr sz="256" b="1"/>
            </a:lvl6pPr>
            <a:lvl7pPr marL="438912" indent="0">
              <a:buNone/>
              <a:defRPr sz="256" b="1"/>
            </a:lvl7pPr>
            <a:lvl8pPr marL="512064" indent="0">
              <a:buNone/>
              <a:defRPr sz="256" b="1"/>
            </a:lvl8pPr>
            <a:lvl9pPr marL="585216" indent="0">
              <a:buNone/>
              <a:defRPr sz="25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5841" y="400696"/>
            <a:ext cx="5010710" cy="5893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6196" y="268908"/>
            <a:ext cx="5035386" cy="131788"/>
          </a:xfrm>
        </p:spPr>
        <p:txBody>
          <a:bodyPr anchor="b"/>
          <a:lstStyle>
            <a:lvl1pPr marL="0" indent="0">
              <a:buNone/>
              <a:defRPr sz="384" b="1"/>
            </a:lvl1pPr>
            <a:lvl2pPr marL="73152" indent="0">
              <a:buNone/>
              <a:defRPr sz="320" b="1"/>
            </a:lvl2pPr>
            <a:lvl3pPr marL="146304" indent="0">
              <a:buNone/>
              <a:defRPr sz="288" b="1"/>
            </a:lvl3pPr>
            <a:lvl4pPr marL="219456" indent="0">
              <a:buNone/>
              <a:defRPr sz="256" b="1"/>
            </a:lvl4pPr>
            <a:lvl5pPr marL="292608" indent="0">
              <a:buNone/>
              <a:defRPr sz="256" b="1"/>
            </a:lvl5pPr>
            <a:lvl6pPr marL="365760" indent="0">
              <a:buNone/>
              <a:defRPr sz="256" b="1"/>
            </a:lvl6pPr>
            <a:lvl7pPr marL="438912" indent="0">
              <a:buNone/>
              <a:defRPr sz="256" b="1"/>
            </a:lvl7pPr>
            <a:lvl8pPr marL="512064" indent="0">
              <a:buNone/>
              <a:defRPr sz="256" b="1"/>
            </a:lvl8pPr>
            <a:lvl9pPr marL="585216" indent="0">
              <a:buNone/>
              <a:defRPr sz="25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6196" y="400696"/>
            <a:ext cx="5035386" cy="5893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E51F-8212-49ED-937D-AF5DC4FDC8B4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544C-1E9D-438F-BA13-6E3849E4E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797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E51F-8212-49ED-937D-AF5DC4FDC8B4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544C-1E9D-438F-BA13-6E3849E4E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725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E51F-8212-49ED-937D-AF5DC4FDC8B4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544C-1E9D-438F-BA13-6E3849E4E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064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841" y="73131"/>
            <a:ext cx="3820107" cy="255958"/>
          </a:xfrm>
        </p:spPr>
        <p:txBody>
          <a:bodyPr anchor="b"/>
          <a:lstStyle>
            <a:lvl1pPr>
              <a:defRPr sz="51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386" y="157942"/>
            <a:ext cx="5996196" cy="779555"/>
          </a:xfrm>
        </p:spPr>
        <p:txBody>
          <a:bodyPr/>
          <a:lstStyle>
            <a:lvl1pPr>
              <a:defRPr sz="512"/>
            </a:lvl1pPr>
            <a:lvl2pPr>
              <a:defRPr sz="448"/>
            </a:lvl2pPr>
            <a:lvl3pPr>
              <a:defRPr sz="384"/>
            </a:lvl3pPr>
            <a:lvl4pPr>
              <a:defRPr sz="320"/>
            </a:lvl4pPr>
            <a:lvl5pPr>
              <a:defRPr sz="320"/>
            </a:lvl5pPr>
            <a:lvl6pPr>
              <a:defRPr sz="320"/>
            </a:lvl6pPr>
            <a:lvl7pPr>
              <a:defRPr sz="320"/>
            </a:lvl7pPr>
            <a:lvl8pPr>
              <a:defRPr sz="320"/>
            </a:lvl8pPr>
            <a:lvl9pPr>
              <a:defRPr sz="3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5841" y="329089"/>
            <a:ext cx="3820107" cy="609678"/>
          </a:xfrm>
        </p:spPr>
        <p:txBody>
          <a:bodyPr/>
          <a:lstStyle>
            <a:lvl1pPr marL="0" indent="0">
              <a:buNone/>
              <a:defRPr sz="256"/>
            </a:lvl1pPr>
            <a:lvl2pPr marL="73152" indent="0">
              <a:buNone/>
              <a:defRPr sz="224"/>
            </a:lvl2pPr>
            <a:lvl3pPr marL="146304" indent="0">
              <a:buNone/>
              <a:defRPr sz="192"/>
            </a:lvl3pPr>
            <a:lvl4pPr marL="219456" indent="0">
              <a:buNone/>
              <a:defRPr sz="160"/>
            </a:lvl4pPr>
            <a:lvl5pPr marL="292608" indent="0">
              <a:buNone/>
              <a:defRPr sz="160"/>
            </a:lvl5pPr>
            <a:lvl6pPr marL="365760" indent="0">
              <a:buNone/>
              <a:defRPr sz="160"/>
            </a:lvl6pPr>
            <a:lvl7pPr marL="438912" indent="0">
              <a:buNone/>
              <a:defRPr sz="160"/>
            </a:lvl7pPr>
            <a:lvl8pPr marL="512064" indent="0">
              <a:buNone/>
              <a:defRPr sz="160"/>
            </a:lvl8pPr>
            <a:lvl9pPr marL="585216" indent="0">
              <a:buNone/>
              <a:defRPr sz="16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E51F-8212-49ED-937D-AF5DC4FDC8B4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544C-1E9D-438F-BA13-6E3849E4E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066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841" y="73131"/>
            <a:ext cx="3820107" cy="255958"/>
          </a:xfrm>
        </p:spPr>
        <p:txBody>
          <a:bodyPr anchor="b"/>
          <a:lstStyle>
            <a:lvl1pPr>
              <a:defRPr sz="51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35386" y="157942"/>
            <a:ext cx="5996196" cy="779555"/>
          </a:xfrm>
        </p:spPr>
        <p:txBody>
          <a:bodyPr anchor="t"/>
          <a:lstStyle>
            <a:lvl1pPr marL="0" indent="0">
              <a:buNone/>
              <a:defRPr sz="512"/>
            </a:lvl1pPr>
            <a:lvl2pPr marL="73152" indent="0">
              <a:buNone/>
              <a:defRPr sz="448"/>
            </a:lvl2pPr>
            <a:lvl3pPr marL="146304" indent="0">
              <a:buNone/>
              <a:defRPr sz="384"/>
            </a:lvl3pPr>
            <a:lvl4pPr marL="219456" indent="0">
              <a:buNone/>
              <a:defRPr sz="320"/>
            </a:lvl4pPr>
            <a:lvl5pPr marL="292608" indent="0">
              <a:buNone/>
              <a:defRPr sz="320"/>
            </a:lvl5pPr>
            <a:lvl6pPr marL="365760" indent="0">
              <a:buNone/>
              <a:defRPr sz="320"/>
            </a:lvl6pPr>
            <a:lvl7pPr marL="438912" indent="0">
              <a:buNone/>
              <a:defRPr sz="320"/>
            </a:lvl7pPr>
            <a:lvl8pPr marL="512064" indent="0">
              <a:buNone/>
              <a:defRPr sz="320"/>
            </a:lvl8pPr>
            <a:lvl9pPr marL="585216" indent="0">
              <a:buNone/>
              <a:defRPr sz="32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5841" y="329089"/>
            <a:ext cx="3820107" cy="609678"/>
          </a:xfrm>
        </p:spPr>
        <p:txBody>
          <a:bodyPr/>
          <a:lstStyle>
            <a:lvl1pPr marL="0" indent="0">
              <a:buNone/>
              <a:defRPr sz="256"/>
            </a:lvl1pPr>
            <a:lvl2pPr marL="73152" indent="0">
              <a:buNone/>
              <a:defRPr sz="224"/>
            </a:lvl2pPr>
            <a:lvl3pPr marL="146304" indent="0">
              <a:buNone/>
              <a:defRPr sz="192"/>
            </a:lvl3pPr>
            <a:lvl4pPr marL="219456" indent="0">
              <a:buNone/>
              <a:defRPr sz="160"/>
            </a:lvl4pPr>
            <a:lvl5pPr marL="292608" indent="0">
              <a:buNone/>
              <a:defRPr sz="160"/>
            </a:lvl5pPr>
            <a:lvl6pPr marL="365760" indent="0">
              <a:buNone/>
              <a:defRPr sz="160"/>
            </a:lvl6pPr>
            <a:lvl7pPr marL="438912" indent="0">
              <a:buNone/>
              <a:defRPr sz="160"/>
            </a:lvl7pPr>
            <a:lvl8pPr marL="512064" indent="0">
              <a:buNone/>
              <a:defRPr sz="160"/>
            </a:lvl8pPr>
            <a:lvl9pPr marL="585216" indent="0">
              <a:buNone/>
              <a:defRPr sz="16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E51F-8212-49ED-937D-AF5DC4FDC8B4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544C-1E9D-438F-BA13-6E3849E4E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597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E51F-8212-49ED-937D-AF5DC4FDC8B4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544C-1E9D-438F-BA13-6E3849E4E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820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6105" y="58403"/>
            <a:ext cx="2553935" cy="9296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4298" y="58403"/>
            <a:ext cx="7513752" cy="9296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E51F-8212-49ED-937D-AF5DC4FDC8B4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544C-1E9D-438F-BA13-6E3849E4E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00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4298" y="58403"/>
            <a:ext cx="10215742" cy="2120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98" y="292016"/>
            <a:ext cx="10215742" cy="696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4298" y="1016722"/>
            <a:ext cx="2664976" cy="58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8E51F-8212-49ED-937D-AF5DC4FDC8B4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437" y="1016722"/>
            <a:ext cx="3997464" cy="58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65064" y="1016722"/>
            <a:ext cx="2664976" cy="58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1544C-1E9D-438F-BA13-6E3849E4E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908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46304" rtl="0" eaLnBrk="1" latinLnBrk="0" hangingPunct="1">
        <a:lnSpc>
          <a:spcPct val="90000"/>
        </a:lnSpc>
        <a:spcBef>
          <a:spcPct val="0"/>
        </a:spcBef>
        <a:buNone/>
        <a:defRPr sz="70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" indent="-36576" algn="l" defTabSz="146304" rtl="0" eaLnBrk="1" latinLnBrk="0" hangingPunct="1">
        <a:lnSpc>
          <a:spcPct val="90000"/>
        </a:lnSpc>
        <a:spcBef>
          <a:spcPts val="160"/>
        </a:spcBef>
        <a:buFont typeface="Arial" panose="020B0604020202020204" pitchFamily="34" charset="0"/>
        <a:buChar char="•"/>
        <a:defRPr sz="448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384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32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8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8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8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8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8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" indent="-36576" algn="l" defTabSz="146304" rtl="0" eaLnBrk="1" latinLnBrk="0" hangingPunct="1">
        <a:lnSpc>
          <a:spcPct val="90000"/>
        </a:lnSpc>
        <a:spcBef>
          <a:spcPts val="80"/>
        </a:spcBef>
        <a:buFont typeface="Arial" panose="020B0604020202020204" pitchFamily="34" charset="0"/>
        <a:buChar char="•"/>
        <a:defRPr sz="2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1pPr>
      <a:lvl2pPr marL="73152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" algn="l" defTabSz="146304" rtl="0" eaLnBrk="1" latinLnBrk="0" hangingPunct="1">
        <a:defRPr sz="2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12F939B-2C5C-D01F-4CFA-246738FBB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3" t="19906" r="36280" b="34010"/>
          <a:stretch>
            <a:fillRect/>
          </a:stretch>
        </p:blipFill>
        <p:spPr>
          <a:xfrm>
            <a:off x="10360809" y="798"/>
            <a:ext cx="1323974" cy="995447"/>
          </a:xfrm>
          <a:prstGeom prst="rect">
            <a:avLst/>
          </a:prstGeom>
          <a:effectLst>
            <a:outerShdw blurRad="88900" sx="102000" sy="102000" algn="ctr" rotWithShape="0">
              <a:prstClr val="black">
                <a:alpha val="38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F381AB4-7F11-E53D-9ED0-054B70DD3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93" t="17198" r="39633" b="40910"/>
          <a:stretch>
            <a:fillRect/>
          </a:stretch>
        </p:blipFill>
        <p:spPr>
          <a:xfrm>
            <a:off x="1835942" y="-17470"/>
            <a:ext cx="981075" cy="904876"/>
          </a:xfrm>
          <a:prstGeom prst="rect">
            <a:avLst/>
          </a:prstGeom>
          <a:effectLst>
            <a:outerShdw blurRad="88900" sx="102000" sy="102000" algn="ctr" rotWithShape="0">
              <a:prstClr val="black">
                <a:alpha val="38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A716CF9-C29B-3319-10B0-6D11B0F419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19" t="41629" r="41550" b="3249"/>
          <a:stretch>
            <a:fillRect/>
          </a:stretch>
        </p:blipFill>
        <p:spPr>
          <a:xfrm>
            <a:off x="8767757" y="-103893"/>
            <a:ext cx="609600" cy="1190627"/>
          </a:xfrm>
          <a:prstGeom prst="rect">
            <a:avLst/>
          </a:prstGeom>
          <a:effectLst>
            <a:outerShdw blurRad="88900" sx="102000" sy="102000" algn="ctr" rotWithShape="0">
              <a:prstClr val="black">
                <a:alpha val="38000"/>
              </a:prst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87DC9EF-6B2E-1B9A-F4BE-3EEC92A6C1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21" t="52442" r="39873" b="5290"/>
          <a:stretch>
            <a:fillRect/>
          </a:stretch>
        </p:blipFill>
        <p:spPr>
          <a:xfrm>
            <a:off x="7803360" y="15792"/>
            <a:ext cx="857250" cy="1081171"/>
          </a:xfrm>
          <a:prstGeom prst="rect">
            <a:avLst/>
          </a:prstGeom>
          <a:effectLst>
            <a:outerShdw blurRad="88900" sx="102000" sy="102000" algn="ctr" rotWithShape="0">
              <a:prstClr val="black">
                <a:alpha val="38000"/>
              </a:prstClr>
            </a:outerShdw>
          </a:effec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6D9814A-F141-5F87-56FF-7785CC8F1C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44" t="44880" r="39873" b="5291"/>
          <a:stretch>
            <a:fillRect/>
          </a:stretch>
        </p:blipFill>
        <p:spPr>
          <a:xfrm>
            <a:off x="6993729" y="-46741"/>
            <a:ext cx="790576" cy="1076325"/>
          </a:xfrm>
          <a:prstGeom prst="rect">
            <a:avLst/>
          </a:prstGeom>
          <a:effectLst>
            <a:outerShdw blurRad="88900" sx="102000" sy="102000" algn="ctr" rotWithShape="0">
              <a:prstClr val="black">
                <a:alpha val="38000"/>
              </a:prst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C15129E-4C9E-A98C-8492-62BC208652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8" t="16169" r="35321" b="37970"/>
          <a:stretch>
            <a:fillRect/>
          </a:stretch>
        </p:blipFill>
        <p:spPr>
          <a:xfrm>
            <a:off x="4152888" y="-29643"/>
            <a:ext cx="1466852" cy="990600"/>
          </a:xfrm>
          <a:prstGeom prst="rect">
            <a:avLst/>
          </a:prstGeom>
          <a:effectLst>
            <a:outerShdw blurRad="88900" sx="102000" sy="102000" algn="ctr" rotWithShape="0">
              <a:prstClr val="black">
                <a:alpha val="38000"/>
              </a:prstClr>
            </a:outerShdw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E1FDD4F-8723-FA66-79F7-866D06FDFC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5" t="23288" r="40113" b="21590"/>
          <a:stretch>
            <a:fillRect/>
          </a:stretch>
        </p:blipFill>
        <p:spPr>
          <a:xfrm>
            <a:off x="9570233" y="-60332"/>
            <a:ext cx="790576" cy="1190626"/>
          </a:xfrm>
          <a:prstGeom prst="rect">
            <a:avLst/>
          </a:prstGeom>
          <a:effectLst>
            <a:outerShdw blurRad="88900" sx="102000" sy="102000" algn="ctr" rotWithShape="0">
              <a:prstClr val="black">
                <a:alpha val="38000"/>
              </a:prstClr>
            </a:outerShdw>
          </a:effectLst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BD3148D-E171-4C61-CA3D-BB34F49F57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45" t="38824" r="33765" b="22877"/>
          <a:stretch>
            <a:fillRect/>
          </a:stretch>
        </p:blipFill>
        <p:spPr>
          <a:xfrm>
            <a:off x="5638802" y="94893"/>
            <a:ext cx="1466851" cy="827265"/>
          </a:xfrm>
          <a:prstGeom prst="rect">
            <a:avLst/>
          </a:prstGeom>
          <a:effectLst>
            <a:outerShdw blurRad="88900" sx="102000" sy="102000" algn="ctr" rotWithShape="0">
              <a:prstClr val="black">
                <a:alpha val="38000"/>
              </a:prstClr>
            </a:outerShdw>
          </a:effec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174FCED-25F0-D730-00CB-69C3140D36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44" t="35889" r="42748" b="32802"/>
          <a:stretch>
            <a:fillRect/>
          </a:stretch>
        </p:blipFill>
        <p:spPr>
          <a:xfrm>
            <a:off x="914403" y="-102488"/>
            <a:ext cx="990600" cy="990600"/>
          </a:xfrm>
          <a:prstGeom prst="rect">
            <a:avLst/>
          </a:prstGeom>
          <a:effectLst>
            <a:outerShdw blurRad="88900" sx="102000" sy="102000" algn="ctr" rotWithShape="0">
              <a:prstClr val="black">
                <a:alpha val="38000"/>
              </a:prstClr>
            </a:outerShdw>
          </a:effec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ECA1AF7-5F74-C2F8-4314-E0BCD122647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65" t="39859" r="40831" b="30596"/>
          <a:stretch>
            <a:fillRect/>
          </a:stretch>
        </p:blipFill>
        <p:spPr>
          <a:xfrm>
            <a:off x="0" y="60148"/>
            <a:ext cx="1000125" cy="827265"/>
          </a:xfrm>
          <a:prstGeom prst="rect">
            <a:avLst/>
          </a:prstGeom>
          <a:effectLst>
            <a:outerShdw blurRad="88900" sx="102000" sy="102000" algn="ctr" rotWithShape="0">
              <a:prstClr val="black">
                <a:alpha val="38000"/>
              </a:prstClr>
            </a:outerShdw>
          </a:effectLst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38FCB8A5-B233-1237-D606-4C5AF47F9A1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4" t="39200" r="35801" b="22876"/>
          <a:stretch>
            <a:fillRect/>
          </a:stretch>
        </p:blipFill>
        <p:spPr>
          <a:xfrm>
            <a:off x="2814626" y="103003"/>
            <a:ext cx="1371600" cy="819150"/>
          </a:xfrm>
          <a:prstGeom prst="rect">
            <a:avLst/>
          </a:prstGeom>
          <a:effectLst>
            <a:outerShdw blurRad="88900" sx="102000" sy="102000" algn="ctr" rotWithShape="0">
              <a:prstClr val="black">
                <a:alpha val="3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3294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jiali zheng</dc:creator>
  <cp:lastModifiedBy>jiali zheng</cp:lastModifiedBy>
  <cp:revision>2</cp:revision>
  <dcterms:created xsi:type="dcterms:W3CDTF">2026-04-27T03:39:54Z</dcterms:created>
  <dcterms:modified xsi:type="dcterms:W3CDTF">2026-04-27T03:41:16Z</dcterms:modified>
</cp:coreProperties>
</file>